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.mp4"/><Relationship Id="rId3" Type="http://schemas.openxmlformats.org/officeDocument/2006/relationships/video" Target="../media/media9.mp4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8ed5ba355ae899917fe3224f0e77def33c8cea60ed201718414b4ce7a0b174a0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9434142a622454dcd5d48b4b2a4bf6cd51782ae3bca6813f30de0262cef144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b8deab3daf3cd4c117c4857b037f6809095c4e08f93de4696bef7a7e5973cf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fd8b794e4d0d91a656fbf4f4ea5c2ffca250982dc739040e34f6819d0664a3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d34786c387abcbcb40c4751abec02cc5c42a559626ad39d0a4b17be5db931f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2e40facc6705923bdca425dddba3282dfe49280c5da00b640cf4bb087be703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427fd0770c6189bd7dc4608dd906170498a980978eda313fff514fb8751605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1009faa2a4fb0e3951e7fc9e2df34f63f53759a46cdf5052d996f4b76dfccc1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9d9d5af5c155d7f3c0c579768ddefccd00f676fd5f323e43a8f661b38972a83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