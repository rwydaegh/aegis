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502b0e4b854ef82b503e01f298fce81a0086b7b738a4e1b9ff903c597a32bc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37641fad7e6384d97065333073eef3e4b247d0d539da4565d48874bd30869c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4a905e46149ffbe3fbfcb3971fdec95f788c97c769b2065ecf9f15398a4e46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c1276678d0e797bfc09abd9d6cc3e151a3a65e22f341cfc6a4265cabcefede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fb7641a7407a5e71f88882c1a863dcfef3ab3b2e101c482774ff8a9c4c061f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7d97997d438830ec667f3184382e1474d7d719bc91931e3e92b8fdc44061ce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