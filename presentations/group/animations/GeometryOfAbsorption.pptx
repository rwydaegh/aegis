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ed5ba355ae899917fe3224f0e77def33c8cea60ed201718414b4ce7a0b174a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9434142a622454dcd5d48b4b2a4bf6cd51782ae3bca6813f30de0262cef144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b8deab3daf3cd4c117c4857b037f6809095c4e08f93de4696bef7a7e5973cf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fd8b794e4d0d91a656fbf4f4ea5c2ffca250982dc739040e34f6819d0664a3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689283c3823a7e071f7d81c7417248dd71a291b5bfc63ea9d554f67def146b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f3deb9b655e07c86ab2510919362c12c7de5f90ac88a8d223e67504470c3eb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9b3feabadf1fdf7aa25ac76ee554db30d781f85541fc0628ec184e634d7681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06bf76e9a0ba48d9735a0bbf4639e6570d5cb5ba4236ab78d307a39ef730da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