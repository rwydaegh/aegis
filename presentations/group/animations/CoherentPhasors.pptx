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5.mp4"/><Relationship Id="rId3" Type="http://schemas.openxmlformats.org/officeDocument/2006/relationships/video" Target="../media/media5.mp4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6.mp4"/><Relationship Id="rId3" Type="http://schemas.openxmlformats.org/officeDocument/2006/relationships/video" Target="../media/media6.mp4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a502b0e4b854ef82b503e01f298fce81a0086b7b738a4e1b9ff903c597a32bcc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5aa89bf7e7f57b4c6f24975cc775374f35360aef666a4078ba76feb173cd8f81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c0fc302e2f4f0816b024f10e050210ac56cd3d6b275d4431a59e4e5c33889d3c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8ec8e73875f4502fa6398f6c095c5300218d08bf49331c2bc1aeadcf5e87e016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32775ceb47050e18b3b4d5bc212d30fe9c9c4e9747b46642cb993eed9c75682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eed1d234f5adcb0745a091d9140091438916367bc6a63ab80f43ebee471631e3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0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