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b34908645da3564dbb7cffb258840c45d90ffff139d6f31b3be8cda41e12ca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3881443f7d77deb91196a90842241e80b675a05dd60338039857bfef5f9c87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cd232602fd489ee528c0756d414dac033c772714a756de1bab171923f2a185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26932b2e5306981bff3e57b1fd8a13bafec9f2f7f08ea80cc0b7223b52928c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bbedb6824fda10a5183f55ad18dcb0086199924095ce20d078ced0c5a31706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897eecb841125055e678d1ebe3fc99e6ac8d7a9b9a63f2c70fc86e86afbf9e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dd6b7e874ccdad650454afda8d30518e02817079bfb7915978eeef28a751ab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b903bf7bd1853ab21633ffd4aef20bd3352d583452fad81b115431f3afd52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